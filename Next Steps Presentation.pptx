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34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2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39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9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9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9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29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47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3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2D846E0-CDA8-42C9-B1FE-35C0BB43D5C6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D5C80E-2C60-4598-A9F3-0D3B46B44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51" y="0"/>
            <a:ext cx="12197951" cy="6858000"/>
          </a:xfrm>
        </p:spPr>
      </p:pic>
      <p:sp>
        <p:nvSpPr>
          <p:cNvPr id="5" name="TextBox 4"/>
          <p:cNvSpPr txBox="1"/>
          <p:nvPr/>
        </p:nvSpPr>
        <p:spPr>
          <a:xfrm>
            <a:off x="6382328" y="1921830"/>
            <a:ext cx="53478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Next Steps</a:t>
            </a:r>
            <a:endParaRPr lang="en-US" sz="8000" dirty="0"/>
          </a:p>
        </p:txBody>
      </p:sp>
      <p:sp>
        <p:nvSpPr>
          <p:cNvPr id="6" name="TextBox 5"/>
          <p:cNvSpPr txBox="1"/>
          <p:nvPr/>
        </p:nvSpPr>
        <p:spPr>
          <a:xfrm>
            <a:off x="6608618" y="3341921"/>
            <a:ext cx="4895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By</a:t>
            </a:r>
          </a:p>
          <a:p>
            <a:pPr algn="ctr"/>
            <a:r>
              <a:rPr lang="en-US" sz="4000" dirty="0" smtClean="0"/>
              <a:t>Stephanie Stern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4312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32543"/>
            <a:ext cx="10058400" cy="1123602"/>
          </a:xfrm>
        </p:spPr>
        <p:txBody>
          <a:bodyPr>
            <a:normAutofit/>
          </a:bodyPr>
          <a:lstStyle/>
          <a:p>
            <a:pPr algn="ctr"/>
            <a:r>
              <a:rPr lang="en-US" sz="7200" dirty="0" smtClean="0"/>
              <a:t>Challenges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1256145"/>
            <a:ext cx="11942618" cy="5406044"/>
          </a:xfrm>
        </p:spPr>
        <p:txBody>
          <a:bodyPr>
            <a:normAutofit/>
          </a:bodyPr>
          <a:lstStyle/>
          <a:p>
            <a:pPr algn="ctr"/>
            <a:endParaRPr lang="en-US" dirty="0" smtClean="0"/>
          </a:p>
          <a:p>
            <a:pPr algn="ctr"/>
            <a:r>
              <a:rPr lang="en-US" sz="3200" dirty="0" smtClean="0"/>
              <a:t>The world may look different</a:t>
            </a:r>
          </a:p>
          <a:p>
            <a:pPr algn="ctr"/>
            <a:endParaRPr lang="en-US" sz="3200" dirty="0" smtClean="0"/>
          </a:p>
          <a:p>
            <a:pPr algn="ctr"/>
            <a:r>
              <a:rPr lang="en-US" sz="3200" dirty="0" smtClean="0"/>
              <a:t>Your friends and social environment have not changed</a:t>
            </a:r>
          </a:p>
          <a:p>
            <a:pPr algn="ctr"/>
            <a:endParaRPr lang="en-US" sz="3200" dirty="0" smtClean="0"/>
          </a:p>
          <a:p>
            <a:pPr algn="ctr"/>
            <a:r>
              <a:rPr lang="en-US" sz="3200" dirty="0" smtClean="0"/>
              <a:t>YOU have changed</a:t>
            </a:r>
          </a:p>
          <a:p>
            <a:pPr algn="ctr"/>
            <a:endParaRPr lang="en-US" sz="3200" dirty="0" smtClean="0"/>
          </a:p>
          <a:p>
            <a:pPr algn="ctr"/>
            <a:r>
              <a:rPr lang="en-US" sz="3200" dirty="0" smtClean="0"/>
              <a:t>A lot of people will not be interested in what you have experienced</a:t>
            </a:r>
          </a:p>
        </p:txBody>
      </p:sp>
    </p:spTree>
    <p:extLst>
      <p:ext uri="{BB962C8B-B14F-4D97-AF65-F5344CB8AC3E}">
        <p14:creationId xmlns:p14="http://schemas.microsoft.com/office/powerpoint/2010/main" val="382823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854" y="374739"/>
            <a:ext cx="11647054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When the emotional boost dies down…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3890" y="1524666"/>
            <a:ext cx="1203498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dirty="0" smtClean="0"/>
              <a:t>What will you do then?</a:t>
            </a:r>
          </a:p>
          <a:p>
            <a:pPr algn="ctr"/>
            <a:endParaRPr lang="en-US" sz="3200" dirty="0" smtClean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dirty="0" smtClean="0"/>
              <a:t>What will you remember about this weekend?</a:t>
            </a:r>
          </a:p>
          <a:p>
            <a:pPr algn="ctr"/>
            <a:r>
              <a:rPr lang="en-US" sz="3200" dirty="0" smtClean="0"/>
              <a:t>	Your commitments you made to God?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200" dirty="0" smtClean="0"/>
              <a:t>How will you use this experience to have a closer walk with God?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 smtClean="0"/>
              <a:t>It all depends on not what has happened but what YOU will do with it, during your next steps.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227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799" y="-226290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 smtClean="0"/>
              <a:t>What if you experience doubt?</a:t>
            </a:r>
            <a:endParaRPr lang="en-US" sz="5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71053" y="993844"/>
            <a:ext cx="112498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dirty="0" smtClean="0"/>
              <a:t>Accept the doubt and seek to understand it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dirty="0" smtClean="0"/>
              <a:t>Don’t let it defeat you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dirty="0" smtClean="0"/>
              <a:t>Doubt does not mean Faith is gone, but it is Faith seeking understanding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dirty="0" smtClean="0"/>
              <a:t>Understanding can lead to growth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dirty="0" smtClean="0"/>
              <a:t>Look at your doubt as a time of growing in your Faith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dirty="0" smtClean="0"/>
              <a:t>Doubt causes us to search for God and seek his will.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8273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58" y="320963"/>
            <a:ext cx="4465205" cy="60867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436" y="320963"/>
            <a:ext cx="4565651" cy="608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1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44" y="415636"/>
            <a:ext cx="3745721" cy="37407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866" y="415635"/>
            <a:ext cx="3740727" cy="3740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846" y="2572326"/>
            <a:ext cx="2607734" cy="39116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144" y="2572327"/>
            <a:ext cx="2937775" cy="391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8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981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Two Great Dangers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1842908"/>
            <a:ext cx="96381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Danger #1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 smtClean="0"/>
              <a:t>Believing you are better than someone who has not had this experience.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 smtClean="0"/>
              <a:t>Danger #2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 smtClean="0"/>
              <a:t>Believing you are nobody and have nothing to bring to the church or to humanity.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8216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45473"/>
            <a:ext cx="10058400" cy="1371600"/>
          </a:xfrm>
        </p:spPr>
        <p:txBody>
          <a:bodyPr/>
          <a:lstStyle/>
          <a:p>
            <a:r>
              <a:rPr lang="en-US" b="1" dirty="0" smtClean="0"/>
              <a:t>Three Essential Spirit Sustainers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17236" y="1371162"/>
            <a:ext cx="111575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US" sz="2400" b="1" dirty="0" smtClean="0"/>
              <a:t>Stay in contact with Christ</a:t>
            </a:r>
          </a:p>
          <a:p>
            <a:pPr algn="ctr"/>
            <a:endParaRPr lang="en-US" sz="2400" b="1" dirty="0" smtClean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 smtClean="0"/>
              <a:t>Jesus said, “Apart from me you can do nothing” (John 15:5)</a:t>
            </a:r>
          </a:p>
          <a:p>
            <a:pPr algn="ctr"/>
            <a:endParaRPr lang="en-US" sz="2400" dirty="0" smtClean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400" dirty="0" smtClean="0"/>
              <a:t>Keep constant contact with God through prayer and worship, study and Christian action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ctr"/>
            <a:r>
              <a:rPr lang="en-US" sz="2400" b="1" dirty="0" smtClean="0"/>
              <a:t>2. Stay in contact with other Christians</a:t>
            </a:r>
          </a:p>
          <a:p>
            <a:pPr algn="ctr"/>
            <a:endParaRPr lang="en-US" sz="2400" b="1" dirty="0" smtClean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/>
              <a:t>Join a prayer circle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ctr"/>
            <a:r>
              <a:rPr lang="en-US" sz="2400" b="1" dirty="0" smtClean="0"/>
              <a:t>3. Stay in contact with your calling or your God-given purpose in life</a:t>
            </a:r>
          </a:p>
          <a:p>
            <a:pPr algn="ctr"/>
            <a:endParaRPr lang="en-US" sz="2400" b="1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/>
              <a:t>Grace is not given to us to keep to ourselves but to share with others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24708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1685"/>
            <a:ext cx="10058400" cy="1371600"/>
          </a:xfrm>
        </p:spPr>
        <p:txBody>
          <a:bodyPr/>
          <a:lstStyle/>
          <a:p>
            <a:pPr algn="ctr"/>
            <a:r>
              <a:rPr lang="en-US" b="1" dirty="0" smtClean="0"/>
              <a:t>Chrysalis Activity Groups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74255" y="1902691"/>
            <a:ext cx="109358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600" dirty="0" smtClean="0"/>
              <a:t>Chrysalis Reunion Groups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600" dirty="0" smtClean="0"/>
              <a:t>Chrysalis “Rushes” and Emmaus gatherings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600" dirty="0" smtClean="0"/>
              <a:t>Sponsoring other young people for Chrysalis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600" dirty="0" smtClean="0"/>
              <a:t>Supporting future Chrysalis and Emmaus events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7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0"/>
            <a:ext cx="12282616" cy="723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28486" y="733485"/>
            <a:ext cx="437429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0" dirty="0" smtClean="0">
                <a:solidFill>
                  <a:schemeClr val="bg1"/>
                </a:solidFill>
              </a:rPr>
              <a:t>Fly</a:t>
            </a:r>
          </a:p>
          <a:p>
            <a:pPr algn="ctr"/>
            <a:r>
              <a:rPr lang="en-US" sz="10500" dirty="0" smtClean="0">
                <a:solidFill>
                  <a:schemeClr val="bg1"/>
                </a:solidFill>
              </a:rPr>
              <a:t>With</a:t>
            </a:r>
          </a:p>
          <a:p>
            <a:pPr algn="ctr"/>
            <a:r>
              <a:rPr lang="en-US" sz="10500" dirty="0" smtClean="0">
                <a:solidFill>
                  <a:schemeClr val="bg1"/>
                </a:solidFill>
              </a:rPr>
              <a:t>Christ!</a:t>
            </a:r>
            <a:endParaRPr lang="en-US" sz="10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94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123</TotalTime>
  <Words>265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Garamond</vt:lpstr>
      <vt:lpstr>Savon</vt:lpstr>
      <vt:lpstr>PowerPoint Presentation</vt:lpstr>
      <vt:lpstr>Challenges</vt:lpstr>
      <vt:lpstr>When the emotional boost dies down…</vt:lpstr>
      <vt:lpstr>What if you experience doubt?</vt:lpstr>
      <vt:lpstr>PowerPoint Presentation</vt:lpstr>
      <vt:lpstr>PowerPoint Presentation</vt:lpstr>
      <vt:lpstr>Two Great Dangers</vt:lpstr>
      <vt:lpstr>Three Essential Spirit Sustainers</vt:lpstr>
      <vt:lpstr>Chrysalis Activity Groups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Steps</dc:title>
  <dc:creator>Steve Reding</dc:creator>
  <cp:lastModifiedBy>Steve Reding</cp:lastModifiedBy>
  <cp:revision>13</cp:revision>
  <dcterms:created xsi:type="dcterms:W3CDTF">2023-01-22T01:25:21Z</dcterms:created>
  <dcterms:modified xsi:type="dcterms:W3CDTF">2023-01-22T03:28:57Z</dcterms:modified>
</cp:coreProperties>
</file>